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8d00e01f741c0" /><Relationship Type="http://schemas.openxmlformats.org/officeDocument/2006/relationships/extended-properties" Target="/docProps/app.xml" Id="R5223e70379f548b5" /><Relationship Type="http://schemas.openxmlformats.org/officeDocument/2006/relationships/officeDocument" Target="/ppt/presentation.xml" Id="R582e6074bcc844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cc557e5784021"/>
  </p:sldMasterIdLst>
  <p:notesMasterIdLst>
    <p:notesMasterId xmlns:r="http://schemas.openxmlformats.org/officeDocument/2006/relationships" r:id="R544d969fd8174e22"/>
  </p:notesMasterIdLst>
  <p:sldIdLst>
    <p:sldId xmlns:r="http://schemas.openxmlformats.org/officeDocument/2006/relationships" id="256" r:id="Rf00a32e5325746a3"/>
    <p:sldId xmlns:r="http://schemas.openxmlformats.org/officeDocument/2006/relationships" id="257" r:id="R6be5bcfaef504097"/>
    <p:sldId xmlns:r="http://schemas.openxmlformats.org/officeDocument/2006/relationships" id="258" r:id="R577721c6bf43488c"/>
    <p:sldId xmlns:r="http://schemas.openxmlformats.org/officeDocument/2006/relationships" id="259" r:id="Ra5531170c3e34d4a"/>
    <p:sldId xmlns:r="http://schemas.openxmlformats.org/officeDocument/2006/relationships" id="260" r:id="Rf370bcb80bdf4926"/>
    <p:sldId xmlns:r="http://schemas.openxmlformats.org/officeDocument/2006/relationships" id="261" r:id="R6a6de9ea6bd44b5c"/>
    <p:sldId xmlns:r="http://schemas.openxmlformats.org/officeDocument/2006/relationships" id="262" r:id="R5af17acde66946d2"/>
    <p:sldId xmlns:r="http://schemas.openxmlformats.org/officeDocument/2006/relationships" id="263" r:id="R126bbcbfac4b414c"/>
    <p:sldId xmlns:r="http://schemas.openxmlformats.org/officeDocument/2006/relationships" id="264" r:id="R19f9550427b84cc9"/>
    <p:sldId xmlns:r="http://schemas.openxmlformats.org/officeDocument/2006/relationships" id="265" r:id="R639b886e9a654447"/>
    <p:sldId xmlns:r="http://schemas.openxmlformats.org/officeDocument/2006/relationships" id="266" r:id="Re32142d067204864"/>
    <p:sldId xmlns:r="http://schemas.openxmlformats.org/officeDocument/2006/relationships" id="267" r:id="Ra6b5b158f21046ee"/>
    <p:sldId xmlns:r="http://schemas.openxmlformats.org/officeDocument/2006/relationships" id="268" r:id="Rf453261bcfe34214"/>
    <p:sldId xmlns:r="http://schemas.openxmlformats.org/officeDocument/2006/relationships" id="269" r:id="R60f57bf7d87e4d35"/>
    <p:sldId xmlns:r="http://schemas.openxmlformats.org/officeDocument/2006/relationships" id="270" r:id="Rb4d41b9c75fb40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ae00d1eb3a4495" /><Relationship Type="http://schemas.openxmlformats.org/officeDocument/2006/relationships/slideMaster" Target="/ppt/slideMasters/slideMaster1.xml" Id="Rb54cc557e5784021" /><Relationship Type="http://schemas.openxmlformats.org/officeDocument/2006/relationships/notesMaster" Target="/ppt/notesMasters/notesMaster1.xml" Id="R544d969fd8174e22" /><Relationship Type="http://schemas.openxmlformats.org/officeDocument/2006/relationships/presProps" Target="/ppt/presProps.xml" Id="R772ba11ef1734cab" /><Relationship Type="http://schemas.openxmlformats.org/officeDocument/2006/relationships/viewProps" Target="/ppt/viewProps.xml" Id="Rbf232228da1d4294" /><Relationship Type="http://schemas.openxmlformats.org/officeDocument/2006/relationships/tableStyles" Target="/ppt/tableStyles.xml" Id="R72af46f603054d03" /><Relationship Type="http://schemas.openxmlformats.org/officeDocument/2006/relationships/slide" Target="/ppt/slides/slide1.xml" Id="Rf00a32e5325746a3" /><Relationship Type="http://schemas.openxmlformats.org/officeDocument/2006/relationships/slide" Target="/ppt/slides/slide2.xml" Id="R6be5bcfaef504097" /><Relationship Type="http://schemas.openxmlformats.org/officeDocument/2006/relationships/slide" Target="/ppt/slides/slide3.xml" Id="R577721c6bf43488c" /><Relationship Type="http://schemas.openxmlformats.org/officeDocument/2006/relationships/slide" Target="/ppt/slides/slide4.xml" Id="Ra5531170c3e34d4a" /><Relationship Type="http://schemas.openxmlformats.org/officeDocument/2006/relationships/slide" Target="/ppt/slides/slide5.xml" Id="Rf370bcb80bdf4926" /><Relationship Type="http://schemas.openxmlformats.org/officeDocument/2006/relationships/slide" Target="/ppt/slides/slide6.xml" Id="R6a6de9ea6bd44b5c" /><Relationship Type="http://schemas.openxmlformats.org/officeDocument/2006/relationships/slide" Target="/ppt/slides/slide7.xml" Id="R5af17acde66946d2" /><Relationship Type="http://schemas.openxmlformats.org/officeDocument/2006/relationships/slide" Target="/ppt/slides/slide8.xml" Id="R126bbcbfac4b414c" /><Relationship Type="http://schemas.openxmlformats.org/officeDocument/2006/relationships/slide" Target="/ppt/slides/slide9.xml" Id="R19f9550427b84cc9" /><Relationship Type="http://schemas.openxmlformats.org/officeDocument/2006/relationships/slide" Target="/ppt/slides/slide10.xml" Id="R639b886e9a654447" /><Relationship Type="http://schemas.openxmlformats.org/officeDocument/2006/relationships/slide" Target="/ppt/slides/slide11.xml" Id="Re32142d067204864" /><Relationship Type="http://schemas.openxmlformats.org/officeDocument/2006/relationships/slide" Target="/ppt/slides/slide12.xml" Id="Ra6b5b158f21046ee" /><Relationship Type="http://schemas.openxmlformats.org/officeDocument/2006/relationships/slide" Target="/ppt/slides/slide13.xml" Id="Rf453261bcfe34214" /><Relationship Type="http://schemas.openxmlformats.org/officeDocument/2006/relationships/slide" Target="/ppt/slides/slide14.xml" Id="R60f57bf7d87e4d35" /><Relationship Type="http://schemas.openxmlformats.org/officeDocument/2006/relationships/slide" Target="/ppt/slides/slide15.xml" Id="Rb4d41b9c75fb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84dbfc5fbc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8215e160f43ac" /><Relationship Type="http://schemas.openxmlformats.org/officeDocument/2006/relationships/notesMaster" Target="/ppt/notesMasters/notesMaster1.xml" Id="R137b4032961e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81ed42f194b09" /><Relationship Type="http://schemas.openxmlformats.org/officeDocument/2006/relationships/notesMaster" Target="/ppt/notesMasters/notesMaster1.xml" Id="R5e16e53aed0d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2c41953174828" /><Relationship Type="http://schemas.openxmlformats.org/officeDocument/2006/relationships/notesMaster" Target="/ppt/notesMasters/notesMaster1.xml" Id="Rdd692ef406c942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d89ff0b7354295" /><Relationship Type="http://schemas.openxmlformats.org/officeDocument/2006/relationships/notesMaster" Target="/ppt/notesMasters/notesMaster1.xml" Id="Rf18f89d6214f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e83af84ec40a1" /><Relationship Type="http://schemas.openxmlformats.org/officeDocument/2006/relationships/notesMaster" Target="/ppt/notesMasters/notesMaster1.xml" Id="R53b4e3d625a240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c1427990644ae8" /><Relationship Type="http://schemas.openxmlformats.org/officeDocument/2006/relationships/notesMaster" Target="/ppt/notesMasters/notesMaster1.xml" Id="Rba1c38d883514f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3292bf36ea4f2c" /><Relationship Type="http://schemas.openxmlformats.org/officeDocument/2006/relationships/notesMaster" Target="/ppt/notesMasters/notesMaster1.xml" Id="Rb17b35f1c02e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69b4a4ff014e49" /><Relationship Type="http://schemas.openxmlformats.org/officeDocument/2006/relationships/notesMaster" Target="/ppt/notesMasters/notesMaster1.xml" Id="R485fcc939dba41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7f335aa4c474d" /><Relationship Type="http://schemas.openxmlformats.org/officeDocument/2006/relationships/notesMaster" Target="/ppt/notesMasters/notesMaster1.xml" Id="Rd64befa870a5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3c880f89bc4e03" /><Relationship Type="http://schemas.openxmlformats.org/officeDocument/2006/relationships/notesMaster" Target="/ppt/notesMasters/notesMaster1.xml" Id="Rd96d95a1f8e146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88c6c9761646b7" /><Relationship Type="http://schemas.openxmlformats.org/officeDocument/2006/relationships/notesMaster" Target="/ppt/notesMasters/notesMaster1.xml" Id="Rd72de2527fdd44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4f90f82d844aba" /><Relationship Type="http://schemas.openxmlformats.org/officeDocument/2006/relationships/notesMaster" Target="/ppt/notesMasters/notesMaster1.xml" Id="Rbc54dc8d07544a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5e3ed64bef4da9" /><Relationship Type="http://schemas.openxmlformats.org/officeDocument/2006/relationships/notesMaster" Target="/ppt/notesMasters/notesMaster1.xml" Id="R66a980410c0f4b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19ae305cbc43fb" /><Relationship Type="http://schemas.openxmlformats.org/officeDocument/2006/relationships/notesMaster" Target="/ppt/notesMasters/notesMaster1.xml" Id="Rd4c24b076c2449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a0a440824142f0" /><Relationship Type="http://schemas.openxmlformats.org/officeDocument/2006/relationships/notesMaster" Target="/ppt/notesMasters/notesMaster1.xml" Id="Ra9dd4e51c6ab48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54f4d9c02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f8e3b645144f2" /><Relationship Type="http://schemas.openxmlformats.org/officeDocument/2006/relationships/slideLayout" Target="/ppt/slideLayouts/slideLayout1.xml" Id="R0767f42f173c43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7f42f173c43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5a836cd154623" /><Relationship Type="http://schemas.openxmlformats.org/officeDocument/2006/relationships/notesSlide" Target="/ppt/notesSlides/notesSlide1.xml" Id="R83f9af09be02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29e4236da4ec9" /><Relationship Type="http://schemas.openxmlformats.org/officeDocument/2006/relationships/notesSlide" Target="/ppt/notesSlides/notesSlide2.xml" Id="Refe3f92c5de4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289015a53490b" /><Relationship Type="http://schemas.openxmlformats.org/officeDocument/2006/relationships/notesSlide" Target="/ppt/notesSlides/notesSlide3.xml" Id="R544356d80187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01a6ac2849e8" /><Relationship Type="http://schemas.openxmlformats.org/officeDocument/2006/relationships/notesSlide" Target="/ppt/notesSlides/notesSlide4.xml" Id="R2f21c7bf997548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a4720ce6343cf" /><Relationship Type="http://schemas.openxmlformats.org/officeDocument/2006/relationships/notesSlide" Target="/ppt/notesSlides/notesSlide5.xml" Id="R72c19723d13746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c13b01f6848ce" /><Relationship Type="http://schemas.openxmlformats.org/officeDocument/2006/relationships/notesSlide" Target="/ppt/notesSlides/notesSlide6.xml" Id="Rb94d8cb82651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50a6ff5ad4305" /><Relationship Type="http://schemas.openxmlformats.org/officeDocument/2006/relationships/notesSlide" Target="/ppt/notesSlides/notesSlide7.xml" Id="R6fd00c0246d44d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93b9785d409c" /><Relationship Type="http://schemas.openxmlformats.org/officeDocument/2006/relationships/notesSlide" Target="/ppt/notesSlides/notesSlide8.xml" Id="Rf6f120fe6860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9e492b494f92" /><Relationship Type="http://schemas.openxmlformats.org/officeDocument/2006/relationships/notesSlide" Target="/ppt/notesSlides/notesSlide9.xml" Id="R8821cb278c40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58a21cf894870" /><Relationship Type="http://schemas.openxmlformats.org/officeDocument/2006/relationships/notesSlide" Target="/ppt/notesSlides/notesSlide10.xml" Id="R28bba9e791cf47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210f4edab4355" /><Relationship Type="http://schemas.openxmlformats.org/officeDocument/2006/relationships/notesSlide" Target="/ppt/notesSlides/notesSlide11.xml" Id="Rf2b78587a619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ad8ed84834831" /><Relationship Type="http://schemas.openxmlformats.org/officeDocument/2006/relationships/notesSlide" Target="/ppt/notesSlides/notesSlide12.xml" Id="R4369738cb30143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a6265b444501" /><Relationship Type="http://schemas.openxmlformats.org/officeDocument/2006/relationships/notesSlide" Target="/ppt/notesSlides/notesSlide13.xml" Id="R83ea8d81bd4d43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6f6354a694f91" /><Relationship Type="http://schemas.openxmlformats.org/officeDocument/2006/relationships/notesSlide" Target="/ppt/notesSlides/notesSlide14.xml" Id="R036dce78301448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063ff6e464bce" /><Relationship Type="http://schemas.openxmlformats.org/officeDocument/2006/relationships/notesSlide" Target="/ppt/notesSlides/notesSlide15.xml" Id="R6ffb17010de945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8A1AA-D2DB-4074-BBC7-11A8B23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8D627-B0C0-4F65-ACE2-51B2D1CF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09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微型餐飲創業</a:t>
            </a:r>
          </a:p>
          <a:p xmlns:a="http://schemas.openxmlformats.org/drawingml/2006/main">
            <a:pPr algn="l">
              <a:defRPr sz="42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教學計劃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1EE31-AB61-493E-9CF7-FF8BD357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rPr>
              <a:t>投影授課版｜大字、少字、好講解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A7DA3-D553-4B0E-92AE-FA6F5BF8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E845-2E42-47C9-9543-9BCA61D3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商業便當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BC57-46A3-4EB0-9C99-BE041305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86E2A-4A3E-47C4-82B8-D0D5B6F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1-2 人小火鍋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065BE-2FD1-4F60-83E6-47CE9DA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19208-6C8B-45F0-AAB6-30DF13B1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24225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台灣特色 × 法式冰店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F5F22-D7A3-4C0A-BBF1-F3D2E36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主講者｜弘光科技大學助理教授 葉佳山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19AF8-BFFB-4DB8-B73F-8EBE0DE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06AC3-9A95-4281-B602-3D83CE9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184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rPr>
              <a:t>先小量</a:t>
            </a:r>
          </a:p>
          <a:p xmlns:a="http://schemas.openxmlformats.org/drawingml/2006/main">
            <a:pPr algn="ctr">
              <a:defRPr sz="315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rPr>
              <a:t>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005F6-4D11-4D55-B9FB-F7DDDB89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84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再穩定</a:t>
            </a:r>
          </a:p>
          <a:p xmlns:a="http://schemas.openxmlformats.org/drawingml/2006/main">
            <a:pPr algn="ctr">
              <a:defRPr sz="315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複製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5B77A-379E-4308-B54C-9F24C86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4F887-BA20-4803-AA69-2690E56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封面｜微型餐飲創業教學計劃</a:t>
            </a:r>
          </a:p>
        </p:txBody>
      </p:sp>
    </p:spTree>
    <p:extLst>
      <p:ext uri="{BB962C8B-B14F-4D97-AF65-F5344CB8AC3E}">
        <p14:creationId xmlns:p14="http://schemas.microsoft.com/office/powerpoint/2010/main" val="9910839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16B32-C2FF-4592-8C62-88B1617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357D-F7B8-4947-9166-6B363DCF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這門課帶走什麼？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FF4D3-B934-489E-8E77-8CC4481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把創業從熱情，變成可以驗證的小生意。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E7ACD-12F3-459F-8F89-BFE3CCE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9D088-20A2-466B-B08A-41239CA5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65303-7CFC-439C-9531-F6EE3439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看懂基本盤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4A228-E7E9-427F-AA36-7987C2F2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法規、稅務、食安、資金與成本。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51351-77C1-4E68-9604-38971BE3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4BD43-3C97-45A3-9CDB-69952702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C7679-8204-483C-99CD-251F1B9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選對第一步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E0B9D-C1ED-4B8E-95B8-FBABA381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便當、小火鍋、冰店，先選一個試。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F127C-6608-4201-BFE2-9F5A570D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40F4-5A5C-4D27-9243-FBE51CB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77BC9-33C9-46A3-BACC-FBE87FC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完成可試賣計劃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9B092-01F3-4CA9-A294-5CACCCB3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菜單、成本、定價、30 日行動表。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48D5E-C6E2-4DF1-B75F-9941D14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D0F8C-A80E-46B9-B723-66DEDAA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課程總目標｜先小量驗證，再穩定複製</a:t>
            </a:r>
          </a:p>
        </p:txBody>
      </p:sp>
    </p:spTree>
    <p:extLst>
      <p:ext uri="{BB962C8B-B14F-4D97-AF65-F5344CB8AC3E}">
        <p14:creationId xmlns:p14="http://schemas.microsoft.com/office/powerpoint/2010/main" val="6484975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359DF-7A53-48B4-80C5-4FEB614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C9550-F8DD-476D-933A-8614123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第一章：準備成為老闆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FE35-A127-4FF2-899D-62A45D3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失敗不是污點，是下一次少繳學費的資料。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AD1B3-C585-4808-9BFA-FA5F21F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E8D6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FA8C5-68B3-45C1-B92F-04F63A2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這一次，</a:t>
            </a:r>
          </a:p>
          <a:p xmlns:a="http://schemas.openxmlformats.org/drawingml/2006/main">
            <a:pPr algn="ctr">
              <a:defRPr sz="30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不靠衝動開店。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A8CC4-9D3F-4280-84BC-F6D148D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靠準備、紀律、驗證與服務，</a:t>
            </a:r>
          </a:p>
          <a:p xmlns:a="http://schemas.openxmlformats.org/drawingml/2006/main">
            <a:pPr algn="l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把小生意做成能修正、能持續的事業。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6C0A2-5F3F-4C61-8582-E60AD4D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F2663-D75D-4539-BCEF-7F49E29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7778A-D698-401D-8D4E-8F4155A0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第一章｜創業者的準備與勇氣</a:t>
            </a:r>
          </a:p>
        </p:txBody>
      </p:sp>
    </p:spTree>
    <p:extLst>
      <p:ext uri="{BB962C8B-B14F-4D97-AF65-F5344CB8AC3E}">
        <p14:creationId xmlns:p14="http://schemas.microsoft.com/office/powerpoint/2010/main" val="8547526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F8D32-1677-41BC-B1A0-BB9BC264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2B353-91E6-48D0-ADF6-C0A03D5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今天就去挑戰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5CA47-39C4-433E-B26A-CE34A7B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投影版只記 4 件事：先有資料，再做決定。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1612-DB38-461B-B2DA-D64858D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4D9A8C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2FD80-77F9-4EEA-9C67-AFD02AD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列資金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BC95-FC2F-4900-82D9-BD6749E9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2A1B5-A415-4000-B714-F26F01D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766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訪問顧客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5A86-A861-46CE-A9A1-B92C522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D8A2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D8A23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5B19-4D2E-47DC-AD75-10903F7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試做產品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58254-690C-45C8-A5E6-D1F0CED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884CB-D848-4C60-BF3B-C519E2B9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766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小量試賣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47FC0-8D29-4DD5-950F-BB0489F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06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今天先完成一個小動作，創業就開始有方向。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CF65C-615D-4C0A-8E5A-453DBDE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EC99E-6585-47F3-B4CF-B15BE4B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第一章｜現在就去挑戰的方向</a:t>
            </a:r>
          </a:p>
        </p:txBody>
      </p:sp>
    </p:spTree>
    <p:extLst>
      <p:ext uri="{BB962C8B-B14F-4D97-AF65-F5344CB8AC3E}">
        <p14:creationId xmlns:p14="http://schemas.microsoft.com/office/powerpoint/2010/main" val="1000486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7150C-FCDA-4969-A866-F2793F7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F6FFF-C3AC-4A5B-8C64-A04BBD3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第二章：共同基本功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BAB74-2407-403A-9546-A8B03343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小店最重要的不是漂亮，而是底線清楚。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810B4-C52E-44D1-A41A-8F0E791A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3C647-9150-40CB-BD5B-2E9F1D7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43C6-E348-4921-969B-EAD656F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法規線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C9A3E-98EA-4728-AB00-FF1FD99D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229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登記、稅籍、食品業者登錄。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3C03C-A0E2-4893-8C34-F3350738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4E87-1FB1-481D-B190-0AD65544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CA38C-9734-4BEC-8545-232050C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食安線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877A4-C86F-4A4A-9DD6-9A7E74CC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229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來源、溫度、保存、衛生。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83A8D-84A8-4642-940F-30C6C29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19EE6-A873-445A-9664-28F476B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3CF84-153A-4082-A345-36E18066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成本線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5DADC-DA97-4B86-9798-21EF80ED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4229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食材、包材、人力、平台費。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32C80-EB3A-4F9E-A5F5-EC3B8BA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55656-7897-4AC6-A65C-26CB719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95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E3A86-E88A-4114-A90A-448B03E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2430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品牌線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E3513-9ADD-4DAB-9B08-A81C798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4229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店名、菜單、招牌記憶點。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69A85-8704-4048-BD41-BE08C2F2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478ED-1D30-4B26-919D-9570620F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第二章｜微型餐飲創業的共同基本功</a:t>
            </a:r>
          </a:p>
        </p:txBody>
      </p:sp>
    </p:spTree>
    <p:extLst>
      <p:ext uri="{BB962C8B-B14F-4D97-AF65-F5344CB8AC3E}">
        <p14:creationId xmlns:p14="http://schemas.microsoft.com/office/powerpoint/2010/main" val="17014742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9D7CD-E6E4-450A-976A-C25B2D6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8D883-D5D0-4A00-94BA-B666D52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定價不要只看隔壁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257D1-3379-4C27-BA03-BFAD0D6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先算得出來，才有資格談賣多少。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7ADE3-D9DA-458F-8C1A-C6CE036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476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61BB6-0092-4384-8CE1-0F0BF87A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DB1A0-4499-4778-A15C-A6C312E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每份直接成本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E888E-E339-4786-9031-15FF4E8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94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主食材 + 副食材 + 調味 + 包材 + 平台費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28C1F-920C-4EEB-BBFB-10DBEEF6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353F6-AEFC-454E-9148-103C795E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A1813-8B69-4F17-A2AC-55B6FEB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基本售價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260B7-C05C-497A-85D0-8D8D500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394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售價 = 每份直接成本 / 目標食材成本率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8062C-E886-4201-9DF8-C6166C5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例：成本 55 元，食材成本率 35%，售價約 157 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D75F8-0225-4F45-B2A0-36DCF597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810CC-62AC-4DB5-A099-FE1C0FC5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第二章｜成本與定價基本公式</a:t>
            </a:r>
          </a:p>
        </p:txBody>
      </p:sp>
    </p:spTree>
    <p:extLst>
      <p:ext uri="{BB962C8B-B14F-4D97-AF65-F5344CB8AC3E}">
        <p14:creationId xmlns:p14="http://schemas.microsoft.com/office/powerpoint/2010/main" val="16162274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EA68C-FA47-47A7-8DD1-90BEBE9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177B6-AC34-4ED5-A964-4F63FB65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第三章：商業便當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2D488-D468-4663-8B5D-D079046B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最適合從穩定需求與團訂開始。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22F92-B9D0-41E8-BD41-E3D79EBA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DB21F-06E5-4912-815C-4A398E93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82F5-E2D1-4E94-BCDC-A26DA6F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客群集中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72E8-D083-45BA-9E9C-DBA94758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辦公室、醫護、補習班、會議。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D243F-FCE5-4B96-B2BA-0CD46A0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2B8F7-5A68-4202-9068-DD9464E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52EAB-4BF7-43C7-AAD8-CE1B3BB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定位清楚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E5CC6-AC8E-4F65-9436-7DD8B59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高蛋白、少油鹽、台式經典。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57505-E5D7-4821-A67B-712CE7CC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1F671-98F1-489D-A285-3771301C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93C1F-E944-4644-B44C-23AC253A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預購降低風險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1505C-BAF5-4F0D-9D74-C24AA7F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先收單，再備料，少報廢。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8A184-1146-40FE-8D6D-AC99B3D6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E7E7F-8A28-4CF8-943A-F4B8681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第三章｜商業便當創業教學</a:t>
            </a:r>
          </a:p>
        </p:txBody>
      </p:sp>
    </p:spTree>
    <p:extLst>
      <p:ext uri="{BB962C8B-B14F-4D97-AF65-F5344CB8AC3E}">
        <p14:creationId xmlns:p14="http://schemas.microsoft.com/office/powerpoint/2010/main" val="20298810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0BD30-99E1-4C6E-8646-4D27E90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8744-2304-4F4E-B555-96CB1E1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便當的一日流程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71937-FD21-40E2-835A-F50CED3D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穩定、準時、好吃、好算。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AC078-DF68-4768-8D43-7A81E33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A2383-B550-4301-8AA2-B79B8151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收單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B3362-568D-4AA0-A523-A84A246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527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40F97-2835-419C-ADE2-1DD654A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E049-7F10-4DE2-9E3C-326EBC1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備料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0814E-ED4D-436E-B452-C2F4DBD6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527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7436A-B228-4720-874E-5D709CE9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C9155-9D54-46D9-BD92-4D30B830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烹調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02318-E5F4-4DDB-BBDD-7F5D910E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DE5CA-F976-4B89-B574-91F0F4A2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9E604-35A5-48B1-980A-2663ABCF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分裝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70B56-09C0-4BFD-92F3-E3BC0638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527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EDEE4-66B0-416E-9AF4-0904160E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E829F-AF5C-4FDE-9B47-0551B9E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配送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D32EC-48B8-4F03-A148-54A14A7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55411-9E93-4A89-AFB1-43590BA3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23896-FA6A-4BC0-B907-C69BD17F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384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結算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545C5-4D87-4EDF-8BC8-8334B32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第一個月重點：試賣 30 份，開發 2 個團訂客戶。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A39B5-11B5-43A7-8A5C-20E6098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BBC4E-BC9C-4474-B065-FD28CBF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第三章｜商業便當營運流程</a:t>
            </a:r>
          </a:p>
        </p:txBody>
      </p:sp>
    </p:spTree>
    <p:extLst>
      <p:ext uri="{BB962C8B-B14F-4D97-AF65-F5344CB8AC3E}">
        <p14:creationId xmlns:p14="http://schemas.microsoft.com/office/powerpoint/2010/main" val="7424638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04BA8D-34BF-44E4-833E-4462D44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5FAB-71E5-4276-9097-08D755DA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第四章：1-2 人小火鍋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B63B1-3440-4CB9-B3BA-184602D1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小座位，也能有明確情境。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A3288-670B-42B5-8B4D-39AD5D0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398DC-A3FD-4982-B871-5BFECDB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52232-8F77-4DA6-AAA5-6580FA6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一人療癒鍋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40051-D041-49C2-B6D8-B74A9D58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安靜、乾淨、下班後放鬆。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0335E-A240-4EFC-92F3-37504801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07D7-7AC1-4540-B068-8F22DDA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778E5-4A39-4DB1-AC7A-4937228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雙人儀式鍋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7226A-342F-469F-B7A3-76CC6C5E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約會、好友聊天、有套餐感。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A2029-DD12-45B3-BF5C-38CE173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162F7-1EB6-453D-8C49-C80581B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07F40-DA6E-4D2E-A3A8-FB48692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台味特色鍋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1700D-3A25-4E7B-8CCB-AD6A8D65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麻油雞、剝皮辣椒、沙茶石頭。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FB5C5-F05E-4F7F-93F0-EEC6939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CD0C3-93C7-4372-B3E4-B7F052C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第四章｜主題化 1-2 人小火鍋</a:t>
            </a:r>
          </a:p>
        </p:txBody>
      </p:sp>
    </p:spTree>
    <p:extLst>
      <p:ext uri="{BB962C8B-B14F-4D97-AF65-F5344CB8AC3E}">
        <p14:creationId xmlns:p14="http://schemas.microsoft.com/office/powerpoint/2010/main" val="20821440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9CCEA-1CFE-4755-8E6C-54054854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2D2D6-C8F3-4455-A868-AFD33D8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小火鍋菜單模組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5D20D-DB23-4E81-981D-11F90CA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3 湯底 × 3 主餐，先穩再變。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2446C-C0D2-488A-B241-2C148CE8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9075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874AD-68FF-416A-994B-2A5A40C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90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5B29A-4DCB-4845-B564-D188152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0030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湯底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D1C8D-8BE3-482B-A088-6904AAF9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76550"/>
            <a:ext cx="3276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沙茶石頭湯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法式番茄蔬菜湯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麻油雞風味湯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F474-12BC-46EA-B39A-7265293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E5738-9BF0-497F-9CF5-A42FCB71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25970-5171-41C2-9C06-B551F57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40030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主餐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FE508-6504-4B46-A123-6614F846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76550"/>
            <a:ext cx="3276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豬肉片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雞腿肉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海鮮或菇菇蔬食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8786C-30D7-47D9-A6CB-E5DA0B0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A2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D8A23B"/>
                </a:solidFill>
                <a:latin typeface="Arial Unicode MS"/>
                <a:ea typeface="Arial Unicode MS"/>
                <a:cs typeface="Arial Unicode MS"/>
              </a:rPr>
              <a:t>+ 手工丸餃 / 起司 / 香草奶油升級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377AD-C3CB-4670-99F1-E4624DF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D8288-571A-4D08-977B-482D816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第四章｜菜單模組與成本控制</a:t>
            </a:r>
          </a:p>
        </p:txBody>
      </p:sp>
    </p:spTree>
    <p:extLst>
      <p:ext uri="{BB962C8B-B14F-4D97-AF65-F5344CB8AC3E}">
        <p14:creationId xmlns:p14="http://schemas.microsoft.com/office/powerpoint/2010/main" val="19809173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1D32AD-38C0-45F4-84DA-61FF0419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25FD8-DFCE-4B4F-8E99-3827DF9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第五章：台灣特色 × 法式冰店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5FAB6-85C4-4731-ACA4-6310A0B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法式不是昂貴，是細節與層次。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DC009-FA18-4836-86BC-5AC453DF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029BA-5C82-44C4-886A-AED5B09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8815F-AF08-4DC4-8DF2-B98EF43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台灣水果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5DB4-8837-4C95-BD5C-EE3AB08E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跟著季節走，不硬做。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5535A-99C6-4807-A9F9-65BB7FE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0061C-E8DE-425D-ABE7-01DB343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4FA4C-8E8F-428C-B9B7-B6443EF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法式細節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EC8F4-DD55-483C-BB54-9EF7644B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香緹、庫利、布蕾、酥脆感。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EB21B-3262-4238-9E6F-2B4C8BA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D69FA-B061-45D6-8905-4BE2F4ED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DEC78-13FF-4EF3-8F50-6F336DE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社群畫面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AAC3C-2500-41B8-B5E3-250CE29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每一碗都要能說故事。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E0AF2-D521-497E-823B-F369FB6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6B25A-DA78-4E59-8012-A93516B3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第五章｜台灣特色加法式風格冰店</a:t>
            </a:r>
          </a:p>
        </p:txBody>
      </p:sp>
    </p:spTree>
    <p:extLst>
      <p:ext uri="{BB962C8B-B14F-4D97-AF65-F5344CB8AC3E}">
        <p14:creationId xmlns:p14="http://schemas.microsoft.com/office/powerpoint/2010/main" val="1047723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3FCEF-4C4C-47EF-80C4-C835366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188EC-02AB-43AF-9621-90E5A1A2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四款招牌冰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86B77-C399-4430-ACFD-9537EFD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初期不做多，先做出清楚記憶點。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3CF5C-305F-4387-BE12-D5EB2C45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600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2191F-AB72-41D0-8C55-D3B2E76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6000"/>
            <a:ext cx="19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ECF1-B12D-434D-8C72-8F1E68F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24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芒果米香香緹冰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D69BE-1955-408A-B2FC-1D0A3F63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AFF9A-9A98-43C2-813D-5CF8767B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19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88662-C7A3-48D2-A6EF-C448CB4E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24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鐵觀音焦糖冰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70CD5-68E6-49E1-B9E7-11F381D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67125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A9052-9D62-428B-8643-27213E6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67125"/>
            <a:ext cx="19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E97C0-C21D-4CA2-B862-864BABB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052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花生粉粿布蕾冰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63B68-1E6F-4BF8-8685-54127B88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90B75-72DC-4A9B-91B1-58D88EA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19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651E5-73FA-4924-B1A5-C233D15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仙草莓果法式冰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6A395-4227-448B-BCBC-B5EC8C9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D5AF1-D1A7-4DF7-93D8-58A0DA23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第五章｜招牌產品設計</a:t>
            </a:r>
          </a:p>
        </p:txBody>
      </p:sp>
    </p:spTree>
    <p:extLst>
      <p:ext uri="{BB962C8B-B14F-4D97-AF65-F5344CB8AC3E}">
        <p14:creationId xmlns:p14="http://schemas.microsoft.com/office/powerpoint/2010/main" val="7657094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E929E-0D98-4BB2-969A-78C7A720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6E4A4-3371-4D2B-A42E-8B097A7D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第六章：重新出發策略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65C29-D92F-4862-BCC5-0C47AB66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先復盤，不自責；先測試，不擴張。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38F57-5ED8-4DFA-8098-530445E1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C060D-2001-4AF8-9F71-D1285919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8F6C-50D0-48D2-9B0F-7BBFA79F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三不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E49C-8F56-48E9-B3F7-B399329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不租大店面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不做太多品項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不在沒資料時擴張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93209-BFF9-47EB-A884-1AB53E66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3238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682C-82A5-4AE0-89C0-DC76784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C0A42-2740-4BC5-BFC4-A8F1C8F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4317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三要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CAA59-D513-4340-8347-846A3A7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19425"/>
            <a:ext cx="27051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做 30 天小量測試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每天記錄回饋</a:t>
            </a:r>
          </a:p>
          <a:p xmlns:a="http://schemas.openxmlformats.org/drawingml/2006/main">
            <a:pPr algn="l">
              <a:def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05163"/>
                </a:solidFill>
                <a:latin typeface="Arial Unicode MS"/>
                <a:ea typeface="Arial Unicode MS"/>
                <a:cs typeface="Arial Unicode MS"/>
              </a:rPr>
              <a:t>開業前查法規食安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67071-D997-4E23-999C-C902BB2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82B88-3DAC-43A7-8FA6-237DD69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第六章｜失敗者的復盤與再出發</a:t>
            </a:r>
          </a:p>
        </p:txBody>
      </p:sp>
    </p:spTree>
    <p:extLst>
      <p:ext uri="{BB962C8B-B14F-4D97-AF65-F5344CB8AC3E}">
        <p14:creationId xmlns:p14="http://schemas.microsoft.com/office/powerpoint/2010/main" val="19577171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1AFF0-14FF-4300-BA87-7CCD8466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39734-90E4-42F6-8399-95FD17E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開業前 30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AC0E5-3DE9-497E-84CE-13DC408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728090"/>
                </a:solidFill>
                <a:latin typeface="Arial Unicode MS"/>
                <a:ea typeface="Arial Unicode MS"/>
                <a:cs typeface="Arial Unicode MS"/>
              </a:rPr>
              <a:t>用一個月讓想法變清楚。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F284F-C9C3-4431-8C0D-7142B3C0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B78EE-6BE1-4BEE-9761-9A9CA19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B17EE-55A9-4EDC-B26F-CBB0431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1-6日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34E74-1D99-4AE4-ABD1-6A466A59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選業態</a:t>
            </a:r>
          </a:p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訪問顧客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1CFF6-3AA4-48C5-9A2C-97BFCEF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D36E6-F0AF-438D-A379-EF16EF8A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24B1F-FE39-4B92-AEEF-1200DB9B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7-12日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F41CE-7741-4015-982A-BCE15D2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試做產品</a:t>
            </a:r>
          </a:p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成本定價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01E6D-53A4-4768-AFD8-2F399AA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E7E5D-EC27-4D81-9EF0-B388179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45038-42D4-4DB0-A316-AD64BA8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622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13-18日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213ED-FF15-49D2-9BC4-4E33CEFC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95625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查登記食安</a:t>
            </a:r>
          </a:p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設計菜單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24DCF-F299-4D1E-83F8-441D244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62FE-2520-46FB-A7D5-9C78221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B03A2-94B3-4692-8BDD-494B4A47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622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19-24日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A8C5A-F2EC-4A38-8B69-4412E5E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小量試賣</a:t>
            </a:r>
          </a:p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修正產品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2C95B-BD1C-46C8-A7A9-7B7E858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171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83EA1-9CD5-4835-9D00-260B6A7C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AE0D0-978F-439C-9C9C-34E6618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25-30日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16673-C7C7-4725-A02B-245CEB68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409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建立 SOP</a:t>
            </a:r>
          </a:p>
          <a:p xmlns:a="http://schemas.openxmlformats.org/drawingml/2006/main">
            <a:pPr algn="ctr">
              <a:def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決定下一輪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F5BE0-B432-4CEE-9AE8-D9D5CEB3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0D9E3-6D1E-4A66-8EC2-5ADC3F72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附錄｜開業前 30 日行動表</a:t>
            </a:r>
          </a:p>
        </p:txBody>
      </p:sp>
    </p:spTree>
    <p:extLst>
      <p:ext uri="{BB962C8B-B14F-4D97-AF65-F5344CB8AC3E}">
        <p14:creationId xmlns:p14="http://schemas.microsoft.com/office/powerpoint/2010/main" val="21320179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B5A086-233A-4538-953C-911846E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5BFC7-5A46-4BDA-B101-E018BE7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今天，不必等待所有條件完美。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472C-CF7F-4164-AA9E-6DC9DF59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F78A6"/>
                </a:solidFill>
                <a:latin typeface="Arial Unicode MS"/>
                <a:ea typeface="Arial Unicode MS"/>
                <a:cs typeface="Arial Unicode MS"/>
              </a:rPr>
              <a:t>先完成一張成本表、一次訪談、一道產品、一次試賣。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784A0-63B3-4A8D-87E4-787B2220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6237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5CDFB-F0DD-4B18-90DA-DC9B70E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48125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微型創業不是小夢想，</a:t>
            </a:r>
          </a:p>
          <a:p xmlns:a="http://schemas.openxmlformats.org/drawingml/2006/main">
            <a:pPr algn="ctr">
              <a:defRPr sz="21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1765E"/>
                </a:solidFill>
                <a:latin typeface="Arial Unicode MS"/>
                <a:ea typeface="Arial Unicode MS"/>
                <a:cs typeface="Arial Unicode MS"/>
              </a:rPr>
              <a:t>是把大夢想放進可以執行的第一步。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BAD0-C212-44C2-8BC6-011660E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23042"/>
                </a:solidFill>
                <a:latin typeface="Arial Unicode MS"/>
                <a:ea typeface="Arial Unicode MS"/>
                <a:cs typeface="Arial Unicode MS"/>
              </a:rPr>
              <a:t>主講者｜弘光科技大學助理教授 葉佳山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6D9E-CA30-4D2C-9082-5A7A9C2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B1373-2CD8-4DEC-BACB-183B4961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3A79B"/>
                </a:solidFill>
                <a:latin typeface="Arial Unicode MS"/>
                <a:ea typeface="Arial Unicode MS"/>
                <a:cs typeface="Arial Unicode MS"/>
              </a:rPr>
              <a:t>第八章｜講師結語</a:t>
            </a:r>
          </a:p>
        </p:txBody>
      </p:sp>
    </p:spTree>
    <p:extLst>
      <p:ext uri="{BB962C8B-B14F-4D97-AF65-F5344CB8AC3E}">
        <p14:creationId xmlns:p14="http://schemas.microsoft.com/office/powerpoint/2010/main" val="1446888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2026-06-03T03:27:38.8210000Z</dcterms:created>
  <dcterms:modified xsi:type="dcterms:W3CDTF">2026-06-03T03:27:38.8210000Z</dcterms:modified>
</coreProperties>
</file>